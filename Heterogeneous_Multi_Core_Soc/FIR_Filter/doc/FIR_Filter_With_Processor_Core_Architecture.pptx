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509DF-CDCF-C16F-EE2C-C6690E06A0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AE35AD-D4B7-BFE7-8545-3B0968D75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067E3-89F6-3FFF-4CE7-43495C0CC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6331-95F4-4835-A228-0AA9FB762405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577C1-CC2F-FA39-AC26-F33DED770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7C8B0-12C5-BE50-F2B9-37475C4FC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EA34-59CF-43A8-B3DB-E8FF8A213B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992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4A75-E4C9-2130-DD8E-C6EA18B8E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136FC-9021-B5AE-ECEB-52CA70D38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9694D-0FDA-2EE6-EA58-692E900C9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6331-95F4-4835-A228-0AA9FB762405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770E2-8936-9CDE-0BFF-9DBFA1C04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DB38C-DDB7-F78F-EE23-7A63D2DC0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EA34-59CF-43A8-B3DB-E8FF8A213B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976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AEC9A-299A-FD16-5554-CC6B8F907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BA44F-1E18-47E8-8350-A799E5904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98ED5-880A-7E1C-DEC9-08A681636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6331-95F4-4835-A228-0AA9FB762405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57D48-E6D6-3482-48E3-1EEF32DC4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9A1AF-12DE-D161-ED8A-023E2A176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EA34-59CF-43A8-B3DB-E8FF8A213B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44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65A63-2738-4DEB-4C89-11F200396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ED306-E6E0-9FB7-653F-42AF335FD7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F7216-3987-99BA-7B57-61BFC1CE7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A1838-59A0-C260-6F7E-239740461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6331-95F4-4835-A228-0AA9FB762405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52DAF3-1B3A-7034-32FB-82610924B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104F2-4BA1-232D-4646-E36C0B057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EA34-59CF-43A8-B3DB-E8FF8A213B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945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6E3A6-B2B0-5D58-4C68-AFFF9F60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B2A75-DF3D-2B87-C121-3059ACC12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268F60-C851-6CE8-A3FB-80C6A8409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CD5688-A3D6-4F05-918A-340DEE4295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FB037-CE23-B35B-7B9C-172BC736B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E2B12F-AD44-37DC-042B-B03946410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6331-95F4-4835-A228-0AA9FB762405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64216F-A528-BE15-BDBB-38FBA7613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4E3B39-C2FA-B2F0-29A2-9F317034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EA34-59CF-43A8-B3DB-E8FF8A213B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389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23E03-9695-309F-E500-3C813C81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12E06E-A46E-2508-732F-22F20FDEC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6331-95F4-4835-A228-0AA9FB762405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7D9544-FF8E-F3D7-28C5-9740AAC2C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CD7A3-8D06-46CC-0728-A4A8E80C1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EA34-59CF-43A8-B3DB-E8FF8A213B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099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27971C-98CE-8CFD-190B-0988AEBD6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6331-95F4-4835-A228-0AA9FB762405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7D1225-6D5D-D7C7-D6BF-99BCAE54B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3D1C1-38FE-7D0E-EC5C-84CE810CE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EA34-59CF-43A8-B3DB-E8FF8A213B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6490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C78D4-3C70-C8B1-A9FB-787C29901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D48C4-A482-CFAB-6058-9404F2D50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CA85D2-BDC5-3E0A-BA9B-F1E80197C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B21E33-D8FA-9572-FC40-B35D3DF8D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6331-95F4-4835-A228-0AA9FB762405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0946A-461A-6985-A131-EF0197604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9356E8-4C73-3F46-402F-A94F2E6AE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EA34-59CF-43A8-B3DB-E8FF8A213B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144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44D7B-B199-554D-8F36-E802FE824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E38E30-5643-B60D-1D9A-B6335A8FDF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D015D-EFE1-8118-0319-10A653CCC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3F6E5-ED6E-7B02-CCB7-A8F0D638D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6331-95F4-4835-A228-0AA9FB762405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66070-2067-F72B-9C4F-39E66D196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F647F-E9F3-6CF3-3213-641C0BF68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EA34-59CF-43A8-B3DB-E8FF8A213B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240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3E9B6-E54D-91E9-400A-4510C3590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0BE69-303C-09D6-D80B-B64EE8C23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E4343-85A2-6E0F-D596-97D02C3D9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6331-95F4-4835-A228-0AA9FB762405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9695D-F713-9EFF-B386-33BA258E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5B99B-2D95-45AB-496D-B32B88378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EA34-59CF-43A8-B3DB-E8FF8A213B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429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4F607D-809F-3CF5-6F29-B28754A2B9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5802A-28BE-FF5B-4041-1611DCED9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015EE-61DF-EB45-FDC9-085436C61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6331-95F4-4835-A228-0AA9FB762405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D6E9A-8EA3-C0BC-70B1-D62EF976C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34D08-193C-9F82-AADE-580DBDECC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1EA34-59CF-43A8-B3DB-E8FF8A213B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824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54083B-DEFB-C56A-4230-53AA7BDBA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3C949-7C8A-039C-8CEF-5FB4F5DA8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2C84E-9E00-F171-22F8-7C3EDD85DB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66331-95F4-4835-A228-0AA9FB762405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3AEF6-2C44-4005-F7B7-407735F794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8F8E2-066A-F8C9-6761-1897E2773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1EA34-59CF-43A8-B3DB-E8FF8A213B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194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B72C1F2A-8717-BCB2-D36A-DD24530BB902}"/>
              </a:ext>
            </a:extLst>
          </p:cNvPr>
          <p:cNvSpPr/>
          <p:nvPr/>
        </p:nvSpPr>
        <p:spPr>
          <a:xfrm>
            <a:off x="0" y="0"/>
            <a:ext cx="12192000" cy="758952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FIR FILTER WITH CORE ARCHITECTURE </a:t>
            </a:r>
            <a:endParaRPr lang="en-IN" sz="32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A87F04-ACD2-4EF0-E0F5-C60EFFB3B1A0}"/>
              </a:ext>
            </a:extLst>
          </p:cNvPr>
          <p:cNvSpPr/>
          <p:nvPr/>
        </p:nvSpPr>
        <p:spPr>
          <a:xfrm>
            <a:off x="521208" y="1828800"/>
            <a:ext cx="4901184" cy="375818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9AEBC1-314B-8F35-3526-C0566F602EC5}"/>
              </a:ext>
            </a:extLst>
          </p:cNvPr>
          <p:cNvSpPr txBox="1"/>
          <p:nvPr/>
        </p:nvSpPr>
        <p:spPr>
          <a:xfrm>
            <a:off x="1993392" y="2020824"/>
            <a:ext cx="1956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PROCESSOR CORE</a:t>
            </a:r>
            <a:endParaRPr lang="en-IN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847002-56CA-D0F5-27BC-071009F5DAD0}"/>
              </a:ext>
            </a:extLst>
          </p:cNvPr>
          <p:cNvSpPr/>
          <p:nvPr/>
        </p:nvSpPr>
        <p:spPr>
          <a:xfrm>
            <a:off x="1216152" y="2633472"/>
            <a:ext cx="3511296" cy="240487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21899-09A2-8AEC-94A1-553E703C3FE0}"/>
              </a:ext>
            </a:extLst>
          </p:cNvPr>
          <p:cNvSpPr txBox="1"/>
          <p:nvPr/>
        </p:nvSpPr>
        <p:spPr>
          <a:xfrm>
            <a:off x="2592324" y="2721864"/>
            <a:ext cx="576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ALU</a:t>
            </a:r>
            <a:endParaRPr lang="en-IN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C65C06-E11F-2927-AC55-C273E015D6F8}"/>
              </a:ext>
            </a:extLst>
          </p:cNvPr>
          <p:cNvSpPr/>
          <p:nvPr/>
        </p:nvSpPr>
        <p:spPr>
          <a:xfrm>
            <a:off x="1828800" y="3429000"/>
            <a:ext cx="2377440" cy="107899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BAUGH-WOOLEY</a:t>
            </a:r>
            <a:br>
              <a:rPr lang="en-IN" dirty="0"/>
            </a:br>
            <a:r>
              <a:rPr lang="en-IN" dirty="0"/>
              <a:t>SIGNED MULTIPLIER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FB4A86-6608-008A-079B-B8CC64EC8DFD}"/>
              </a:ext>
            </a:extLst>
          </p:cNvPr>
          <p:cNvSpPr/>
          <p:nvPr/>
        </p:nvSpPr>
        <p:spPr>
          <a:xfrm>
            <a:off x="7434072" y="4325112"/>
            <a:ext cx="2929128" cy="1261872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FIR INPUT BUFFER</a:t>
            </a:r>
          </a:p>
          <a:p>
            <a:pPr algn="ctr"/>
            <a:r>
              <a:rPr lang="en-US" dirty="0"/>
              <a:t>[RAM]</a:t>
            </a:r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21BBAF7-FE07-7453-7808-B054C9F45B2B}"/>
              </a:ext>
            </a:extLst>
          </p:cNvPr>
          <p:cNvSpPr/>
          <p:nvPr/>
        </p:nvSpPr>
        <p:spPr>
          <a:xfrm>
            <a:off x="7434072" y="1764792"/>
            <a:ext cx="2852928" cy="196596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FIR FILTER</a:t>
            </a:r>
            <a:br>
              <a:rPr lang="en-US" dirty="0"/>
            </a:br>
            <a:r>
              <a:rPr lang="en-US" dirty="0"/>
              <a:t>COEFFICIENT</a:t>
            </a:r>
          </a:p>
          <a:p>
            <a:pPr algn="ctr"/>
            <a:r>
              <a:rPr lang="en-US" dirty="0"/>
              <a:t>[ROM]</a:t>
            </a:r>
            <a:endParaRPr lang="en-IN" dirty="0"/>
          </a:p>
        </p:txBody>
      </p:sp>
      <p:sp>
        <p:nvSpPr>
          <p:cNvPr id="12" name="Arrow: Left 11">
            <a:extLst>
              <a:ext uri="{FF2B5EF4-FFF2-40B4-BE49-F238E27FC236}">
                <a16:creationId xmlns:a16="http://schemas.microsoft.com/office/drawing/2014/main" id="{5C5A5443-4D48-C054-FD80-0361E24B2F2D}"/>
              </a:ext>
            </a:extLst>
          </p:cNvPr>
          <p:cNvSpPr/>
          <p:nvPr/>
        </p:nvSpPr>
        <p:spPr>
          <a:xfrm>
            <a:off x="5422392" y="2416064"/>
            <a:ext cx="2011680" cy="33170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025C84A6-6AD3-CA00-2A0A-E3F025083E3F}"/>
              </a:ext>
            </a:extLst>
          </p:cNvPr>
          <p:cNvSpPr/>
          <p:nvPr/>
        </p:nvSpPr>
        <p:spPr>
          <a:xfrm>
            <a:off x="5422392" y="4837176"/>
            <a:ext cx="2011680" cy="33170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82377B0-B60D-38AC-7807-731978A26B93}"/>
              </a:ext>
            </a:extLst>
          </p:cNvPr>
          <p:cNvSpPr/>
          <p:nvPr/>
        </p:nvSpPr>
        <p:spPr>
          <a:xfrm>
            <a:off x="4818888" y="2809494"/>
            <a:ext cx="1143000" cy="19659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VMAC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464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108D852A-9740-AE55-4E1A-E17D8B76A5EB}"/>
              </a:ext>
            </a:extLst>
          </p:cNvPr>
          <p:cNvSpPr/>
          <p:nvPr/>
        </p:nvSpPr>
        <p:spPr>
          <a:xfrm>
            <a:off x="0" y="0"/>
            <a:ext cx="12192000" cy="758952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FIR FILTER V-MAC INSTRUCTION</a:t>
            </a:r>
            <a:endParaRPr lang="en-IN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2B496B-4E83-39D5-4439-BF6839661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28" y="1329452"/>
            <a:ext cx="4968671" cy="22633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A67A1A-3735-A89F-8D1B-544B2BE56BA6}"/>
              </a:ext>
            </a:extLst>
          </p:cNvPr>
          <p:cNvSpPr txBox="1"/>
          <p:nvPr/>
        </p:nvSpPr>
        <p:spPr>
          <a:xfrm>
            <a:off x="374904" y="960120"/>
            <a:ext cx="4261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FIR FILTER [MATHEMATICAL DEFINITION]:</a:t>
            </a:r>
            <a:endParaRPr lang="en-IN" b="1" u="sn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B5C3AC-D447-9005-8A25-FC7E29D60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28" y="3761178"/>
            <a:ext cx="4968671" cy="20726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B3165E-2FC0-8F7F-EEF2-74E2609B2563}"/>
              </a:ext>
            </a:extLst>
          </p:cNvPr>
          <p:cNvSpPr txBox="1"/>
          <p:nvPr/>
        </p:nvSpPr>
        <p:spPr>
          <a:xfrm>
            <a:off x="6245352" y="1115568"/>
            <a:ext cx="2734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MAC INSTRUCTION:</a:t>
            </a:r>
          </a:p>
          <a:p>
            <a:r>
              <a:rPr lang="en-US" b="1" dirty="0"/>
              <a:t>[7 Clock Cycles Needed]</a:t>
            </a:r>
            <a:endParaRPr lang="en-IN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AC0059-793A-570B-9680-544CECB69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6314" y="1877376"/>
            <a:ext cx="4456433" cy="9115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39B68F-331A-3B53-AB55-BAE7B89D92BA}"/>
              </a:ext>
            </a:extLst>
          </p:cNvPr>
          <p:cNvSpPr txBox="1"/>
          <p:nvPr/>
        </p:nvSpPr>
        <p:spPr>
          <a:xfrm>
            <a:off x="6353454" y="3261013"/>
            <a:ext cx="2734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V-MAC INSTRUCTION:</a:t>
            </a:r>
          </a:p>
          <a:p>
            <a:r>
              <a:rPr lang="en-US" b="1" dirty="0"/>
              <a:t>[7 Clock Cycles Needed]</a:t>
            </a:r>
            <a:endParaRPr lang="en-IN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D0F40AA-A798-4AA6-1377-CBEDFF437E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344" y="4006070"/>
            <a:ext cx="5279528" cy="91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091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54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Balaji S</dc:creator>
  <cp:lastModifiedBy>Balaji S</cp:lastModifiedBy>
  <cp:revision>10</cp:revision>
  <dcterms:created xsi:type="dcterms:W3CDTF">2025-11-16T04:47:04Z</dcterms:created>
  <dcterms:modified xsi:type="dcterms:W3CDTF">2025-11-16T05:02:24Z</dcterms:modified>
</cp:coreProperties>
</file>