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776F-4C74-571B-3668-0DFB8B713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5A544-D1A6-AD28-E2B4-70537211B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9D51-B3C1-0CBF-E16B-E21E352A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20D2-1464-36AB-E3F0-650522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C9883-26DA-7CFA-8C3A-45033261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B7B5-6C12-D4A3-5FE4-C076344C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7ADA-AB16-ED2A-BAC5-B97284DC9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0CAEA-452B-880C-6978-3616105F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3ACC-DC2F-B70E-B56D-C40C371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48AD-5C4A-AB4E-0134-F70C3945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E47B-993A-81E3-86B0-B9B2A9A7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A30D-657F-28F9-ABE8-B052B0EB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E2A5-D04E-A253-70A7-ED5CE2DB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78768-4628-A773-2DB7-A2917C87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A978-C5AF-3E38-86BE-E7A4B8C8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5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F626-ABE2-7B48-CDF4-076B4718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611F4-E2E9-76DC-4C8F-15BA8B972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B35BA-F1DD-AE36-F2D8-EEF53A9A1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DA46B-09F2-31A4-8795-1C8EF8DC0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2EC44-7603-F190-C612-1ECD08BD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25E36-5779-5ACC-710E-E8CB71BA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590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3872-3D64-194B-0E2F-3EF47635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536D7-569F-4811-99C4-747EE1D5D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BB52-20EA-6F95-F245-D43402C8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D8D27-969E-47AF-079B-33989C814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93C5B-0EC8-5ED8-2E66-448E3D2EA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772C6-CC78-81B5-5033-5C72436E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19BE3-EE8F-4418-359B-ACF86DEB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9BFCB-56EA-043B-5DEE-D7905730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05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EC88-4032-661D-7752-DD933D0E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68E7E-C23E-137B-FADE-297837AF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A5D90-5D23-7415-B4BD-7CE86D8E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8FAB6-09A1-BE4A-97EF-790CA48C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1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94D42-B6C4-6B24-D917-35F76399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28F92-D69C-3B10-9338-AB753735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49762-9EFF-D701-2C48-35909ED6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4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A591-BC5C-32C4-C18B-7D120053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BEA97-FAB3-95AB-C58B-C9FE70A71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73B0D-47C0-6243-AF98-BC142F057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0C13C-2D86-50A2-3608-DE582222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94BD0-900D-482F-9178-B514D63B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7AA63-F87C-2E3A-EF24-3A0DDA65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F4E7-A4D8-5088-6ECF-56BA0F93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0BE18-4F26-2E84-9AF2-13FEDA633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D651-8A73-5CCD-F667-AAAC7AEEA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0B238-84DA-85CC-B95D-93A68385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F7655-4EDE-120B-1F51-1F645E2D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6EEFC-AD4D-C96B-870C-3CD8B60E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0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CD8C-6B67-4184-B873-C0953ADB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82863-4C3B-3742-7717-53A8124DE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0AFB7-CAE0-1D7C-D405-F62A4207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1C87D-28A7-BC54-2BB7-037CCDC5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1639-9861-8F36-D0ED-EA2C68C2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88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AB37F-75B7-EFA1-4F7E-EF4AF6F6F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B68DE-12FD-9875-F5F5-400EEF2EC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7E925-7599-C915-1CA1-63DC802F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5C92-1B33-2E3A-0BB5-C45ABAF6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FEF7-3803-CB90-5ACA-6BE1498C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1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B3813F-B6BE-5E1E-B128-D7297CFE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16BB-7B62-221B-5BF9-D589D12BE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0DF1-AE5E-03E0-9D65-85984FD74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4A0E-E8F3-40A6-8AD8-8FF4C5158AD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0E345-631A-DC04-E707-4C7E6C0F8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94B45-F281-52AD-4DD9-B7A382FCA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8E0FA-59CD-4585-B2D5-03EAE43898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85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14E7A4-24E1-4EAB-41E6-D138BF58ED81}"/>
              </a:ext>
            </a:extLst>
          </p:cNvPr>
          <p:cNvSpPr/>
          <p:nvPr/>
        </p:nvSpPr>
        <p:spPr>
          <a:xfrm>
            <a:off x="502920" y="658368"/>
            <a:ext cx="24505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FIR Controller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82CC3-5FA4-AEF4-A112-F869D1E4B19C}"/>
              </a:ext>
            </a:extLst>
          </p:cNvPr>
          <p:cNvSpPr/>
          <p:nvPr/>
        </p:nvSpPr>
        <p:spPr>
          <a:xfrm>
            <a:off x="3191256" y="658368"/>
            <a:ext cx="2350008" cy="2633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 RISC-V 1</a:t>
            </a:r>
          </a:p>
          <a:p>
            <a:pPr algn="ctr"/>
            <a:r>
              <a:rPr lang="en-IN" dirty="0"/>
              <a:t>(DSP Core)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7D5E5-B3F4-1FE4-923B-0FCCC46B115D}"/>
              </a:ext>
            </a:extLst>
          </p:cNvPr>
          <p:cNvSpPr/>
          <p:nvPr/>
        </p:nvSpPr>
        <p:spPr>
          <a:xfrm>
            <a:off x="502920" y="1719073"/>
            <a:ext cx="2450592" cy="84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FFT Controller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7A8C3C-55C6-D544-C7F8-D77279C7ED42}"/>
              </a:ext>
            </a:extLst>
          </p:cNvPr>
          <p:cNvSpPr/>
          <p:nvPr/>
        </p:nvSpPr>
        <p:spPr>
          <a:xfrm>
            <a:off x="5779008" y="658368"/>
            <a:ext cx="2350008" cy="2633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 RISC-V 2</a:t>
            </a:r>
          </a:p>
          <a:p>
            <a:pPr algn="ctr"/>
            <a:r>
              <a:rPr lang="en-IN" dirty="0"/>
              <a:t>(General Core)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1B89B-EB9F-DFF4-480A-56020538A984}"/>
              </a:ext>
            </a:extLst>
          </p:cNvPr>
          <p:cNvSpPr/>
          <p:nvPr/>
        </p:nvSpPr>
        <p:spPr>
          <a:xfrm>
            <a:off x="8366760" y="658368"/>
            <a:ext cx="2350008" cy="905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CNN Accelerator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FAE0E229-FEFC-95E9-6980-46CA06ED2452}"/>
              </a:ext>
            </a:extLst>
          </p:cNvPr>
          <p:cNvSpPr/>
          <p:nvPr/>
        </p:nvSpPr>
        <p:spPr>
          <a:xfrm>
            <a:off x="2647188" y="854964"/>
            <a:ext cx="850392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26A33C4B-A2BC-B9DB-2342-81B4C5DD5D82}"/>
              </a:ext>
            </a:extLst>
          </p:cNvPr>
          <p:cNvSpPr/>
          <p:nvPr/>
        </p:nvSpPr>
        <p:spPr>
          <a:xfrm>
            <a:off x="2647188" y="1924812"/>
            <a:ext cx="850392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AA356024-3CFB-F890-184B-980E50CA77FF}"/>
              </a:ext>
            </a:extLst>
          </p:cNvPr>
          <p:cNvSpPr/>
          <p:nvPr/>
        </p:nvSpPr>
        <p:spPr>
          <a:xfrm>
            <a:off x="7822692" y="886968"/>
            <a:ext cx="850392" cy="4480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4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S</dc:creator>
  <cp:lastModifiedBy>Balaji S</cp:lastModifiedBy>
  <cp:revision>1</cp:revision>
  <dcterms:created xsi:type="dcterms:W3CDTF">2025-12-28T15:21:11Z</dcterms:created>
  <dcterms:modified xsi:type="dcterms:W3CDTF">2025-12-28T15:29:16Z</dcterms:modified>
</cp:coreProperties>
</file>